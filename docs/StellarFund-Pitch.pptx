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1554480"/>
            <a:ext cx="3108960" cy="3108960"/>
          </a:xfrm>
          <a:prstGeom prst="ellipse">
            <a:avLst/>
          </a:prstGeom>
          <a:ln w="12700">
            <a:solidFill>
              <a:srgbClr val="818CF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1554480"/>
            <a:ext cx="1188720" cy="3108960"/>
          </a:xfrm>
          <a:prstGeom prst="ellipse">
            <a:avLst/>
          </a:prstGeom>
          <a:ln w="9525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1920240"/>
            <a:ext cx="164592" cy="16459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743200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4206240"/>
            <a:ext cx="164592" cy="164592"/>
          </a:xfrm>
          <a:prstGeom prst="ellipse">
            <a:avLst/>
          </a:prstGeom>
          <a:solidFill>
            <a:srgbClr val="E879F9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4297680"/>
            <a:ext cx="164592" cy="164592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645920"/>
            <a:ext cx="164592" cy="16459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StellarFund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87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anyone, anywhere.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crowdfunding on Stellar — USDC milestone escrow, refunds enforced by code, fiat on/off ramp.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stellarfund-xi.vercel.app  ·  Stellar Journey — Blue Belt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funding is broken for everyone outside major financial hubs.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FDE68A">
              <a:alpha val="22000"/>
            </a:srgbClr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fees &amp; slow rails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62432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processors, PayPal and bank wires take 5–10%+ and days to settle internationally.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E879F9">
              <a:alpha val="22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63931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04164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creators &amp; SMEs in emerging markets have no supported payout country — locked out of Kickstarter/GoFundMe.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57800"/>
            <a:ext cx="502920" cy="50292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0566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gap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545896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Backers can’t verify how funds are used; “all-or-nothing” promises aren’t enforced and reputation isn’t portable.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backer in Germany funds a bakery in Kenya in seconds, for cents — with funds enforced by code.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 settlement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value, no FX risk. Pay local fiat; a Stellar anchor (SEP-24) converts to USDC behind the scenes.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468880"/>
            <a:ext cx="640080" cy="640080"/>
          </a:xfrm>
          <a:prstGeom prst="ellipse">
            <a:avLst/>
          </a:prstGeom>
          <a:solidFill>
            <a:srgbClr val="E879F9">
              <a:alpha val="25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escrow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7947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 tranche-by-tranche as milestones are met — not all at once, not on a promise.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468880"/>
            <a:ext cx="640080" cy="640080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Refunds by code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7947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 goal and every backer is automatically refunded on-chain. Reputation is portable.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&amp; registers each campaign escrow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2697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USDC; milestone release; auto-refund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201168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0" y="2697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creator track record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5F7"/>
                </a:solidFill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8952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5F7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fiat → anchor (SEP-24/10) delivers USDC. 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Escrow.contribute(USDC) records the backer. 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approved → release() tranche → Reputation. 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missed → refund() returns each backer’s USDC.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$860B+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remittances per year — much of it via 5–10% corridors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03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3291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underserved by traditional finance, mostly emerging markets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103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75320" y="3291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 volume creators in unsupported countries can’t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Stellar’s 3–5s finality and sub-cent fees make micro-contributions and global reach economically viable.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— live &amp; provable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backer wallets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contributed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1645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61120" y="26974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&amp; public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on Stellar Testnet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stellarfund-xi.vercel.app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CDNLINFE…VNAF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CCRWJWU4…U7P4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/proof lists every unique backer with stellar.expert links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818CF8">
              <a:alpha val="2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2128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category, cover image, creator 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E879F9">
              <a:alpha val="22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86600" y="22128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category filters; active/past split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escrow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363016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release, capped contributions, refunds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429000"/>
            <a:ext cx="502920" cy="502920"/>
          </a:xfrm>
          <a:prstGeom prst="ellipse">
            <a:avLst/>
          </a:prstGeom>
          <a:solidFill>
            <a:srgbClr val="FDE68A">
              <a:alpha val="22000"/>
            </a:srgbClr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Fiat ramp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86600" y="363016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SEP-24 anchor on/off-ramp demo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846320"/>
            <a:ext cx="502920" cy="502920"/>
          </a:xfrm>
          <a:prstGeom prst="ellipse">
            <a:avLst/>
          </a:prstGeom>
          <a:solidFill>
            <a:srgbClr val="818CF8">
              <a:alpha val="2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4480" y="4663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Multi-wallet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554480" y="504748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Freighter, Albedo, xBull, Lobstr, Rabet, Hana, WalletConnect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4805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846320"/>
            <a:ext cx="502920" cy="502920"/>
          </a:xfrm>
          <a:prstGeom prst="ellipse">
            <a:avLst/>
          </a:prstGeom>
          <a:solidFill>
            <a:srgbClr val="E879F9">
              <a:alpha val="22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6600" y="4663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&amp; telemetry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86600" y="504748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proof board, analytics, feedback, TR/EN, PWA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strategy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83080" y="1993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Wedge on corridors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4505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diaspora remittance corridors (EU→Kenya/Nigeria) where fees hurt most.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0" y="1993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Community-led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45059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creators/NGOs; one-tap onboarding + referral incentives.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86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83080" y="3913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proof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43708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on-chain proof + storytelling: “fund anyone, anywhere” in seconds.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F1830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886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15200" y="3913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437083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live anchor per corridor; embed widget for NGOs &amp; marketplaces.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→ Orange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Split-bill, tip jar, crowdfund engine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1488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818CF8">
              <a:alpha val="3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(L4)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milestone escrow MVP, 10+ users, live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1488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E879F9">
              <a:alpha val="3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(L5)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identity, discovery, 50+ users, pitch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1713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214884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DE68A">
              <a:alpha val="30000"/>
            </a:srgbClr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2743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 vision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98280" y="35204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anchor + real USDC, governance, yield, SDK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8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E879F9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anyone, anywhere.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79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Near-instant, sub-cent, transparent funding — accessible to the creators the world has locked out.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</a:t>
            </a:r>
            <a:pPr indent="0" marL="0">
              <a:buNone/>
            </a:pPr>
            <a:r>
              <a:rPr lang="en-US" sz="16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stellarfund-xi.vercel.app      </a:t>
            </a:r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1600" dirty="0">
                <a:solidFill>
                  <a:srgbClr val="A6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github.com/BerkeBakir/stellarfund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2026-06-30T15:23:43Z</dcterms:created>
  <dcterms:modified xsi:type="dcterms:W3CDTF">2026-06-30T15:23:43Z</dcterms:modified>
</cp:coreProperties>
</file>